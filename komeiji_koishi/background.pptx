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8806FB-EB50-0682-D789-9372BCB33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58A601-58D3-80A1-440B-4B3DAF7EE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E88D06-F6E1-B650-41F2-6E029D84E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6B66D8-1CD5-13B3-A9EF-F27DC454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312B1F-4B57-5026-4B50-4B9E4734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044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2D68BF-F226-A6B5-A67F-673713788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299E78-DF6C-A1AA-5E61-22BFFB6F4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8C58FB-F29A-2AF4-A44A-4E0C735F3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E3E875-0BF6-276D-3A83-B8AA5D37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1CE65-2E26-B384-A948-C7657D37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47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DA6C8-A38E-C3F8-C01C-D88688B0E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51CF54-94DB-52B0-BCD2-E8BBFF5BD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C0A91F-C1B4-AE10-90E4-C88FAF1B4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01FDC9-265B-EFBB-6D0D-8A357410C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CB49A-78EA-30B7-4019-AA0DF9E2D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871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C8121-6144-6D46-571A-F11777BF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6B1F0A-3D4F-79A8-F5CA-80B1C9507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309BFC-A265-3A15-EB67-CFE2EEAF7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6E5399-1525-434E-7455-049EF8CF9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0D1C0A-0FD3-D767-3417-6F4AD5D0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FEFBBB-35C9-BC62-1051-C7FB5876C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198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8F97E-C869-F397-638A-1E87704A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1EFA4-7CED-1E62-D3BB-8935B7CAE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30B1C0-EDF4-5CEA-E532-73A2B5B3E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A9D5CB-4BFB-B6A8-C93B-94087425EA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3CBB597-5571-9874-D6A7-F27E6F096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99176D-7702-457B-1943-8A2B667A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D1B163-6013-8E45-23E3-5C0586885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8B372A-DC7E-69AE-CF0B-7B54B390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765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BE750-FC37-9F9A-2E21-1FA22589E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D70265-0A1D-0199-CD93-91C87CF51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6B3304-28C5-236B-890B-6730E6BD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76BDE5-CE5C-2ADF-175F-55962F70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76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D58EA9-F2D2-AB6D-6C95-AF440ABF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161E4D-AF4A-E4A6-56BD-C1EBD36B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80EE4C-BA25-BE40-CF23-C3D04B045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243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A4022-7B4E-3EC5-C486-BC458AB69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EADE98-938A-AE46-97C5-D16E64C12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A43AA7-FE17-9525-161E-3B2C306E4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796355-B0EC-DD2C-F1D9-AEDDB4BE5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AFD68F-3BC3-8217-DD58-58BC50382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E423DC-0E00-173A-2ACC-D70D9CAF5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603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59ADF-3B1E-9350-3CB8-C68658C1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F94F94-FE35-9E78-7BA8-B8127FDAA6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A52077-EDE0-D496-8013-BA5B21008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69C76B-03F4-826E-6841-541555748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86B96F-913E-DCB0-CB52-9EA07CB9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CB3E89-8F2A-795B-17CA-15E93A3DA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5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E8C93-D916-771D-68BC-8AC09BC6D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ED969D-9019-9401-172B-10D3473A9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DD657E-74CE-1E0F-8ABF-72E6E266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03DED4-D41E-6F6A-688A-DCE611C9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A47D6F-04C5-3128-CB66-1491D2FB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274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4B227C-FBF7-6CB4-1415-46BCA3558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F7B45D-F8AB-D88E-539A-ED2EC145B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D9B1AF-FCA0-04CB-56D9-31A2BCBD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210E-4449-4790-B124-1D30F4F4FFFF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FF9AC5-CFDA-2701-D030-6C8A837D6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16570F-5A90-DA06-E7A2-5A9E99FC4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537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6A8077-0505-53C3-6966-4466D6B70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12A5D1-3A42-9120-BDF3-51320E8FE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7441E8-3B47-975E-3975-9AC7D04A9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4210E-4449-4790-B124-1D30F4F4FFFF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691860-6E2D-D098-C9EF-E1CD488C3E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A934E5-AFE2-F05C-E810-775004678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98416-C758-4014-8D1A-A0FAFA54D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14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333488E-6B54-0944-9C57-2EA1175E1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50" y="16186"/>
            <a:ext cx="12163225" cy="68418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942DD94-14D3-034D-F6DC-BE7B0B7C4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033"/>
          <a:stretch>
            <a:fillRect/>
          </a:stretch>
        </p:blipFill>
        <p:spPr>
          <a:xfrm>
            <a:off x="6694854" y="1028423"/>
            <a:ext cx="3721347" cy="4834890"/>
          </a:xfrm>
          <a:custGeom>
            <a:avLst/>
            <a:gdLst>
              <a:gd name="connsiteX0" fmla="*/ 141895 w 3721347"/>
              <a:gd name="connsiteY0" fmla="*/ 0 h 4834890"/>
              <a:gd name="connsiteX1" fmla="*/ 3579452 w 3721347"/>
              <a:gd name="connsiteY1" fmla="*/ 0 h 4834890"/>
              <a:gd name="connsiteX2" fmla="*/ 3721347 w 3721347"/>
              <a:gd name="connsiteY2" fmla="*/ 141895 h 4834890"/>
              <a:gd name="connsiteX3" fmla="*/ 3721347 w 3721347"/>
              <a:gd name="connsiteY3" fmla="*/ 4692995 h 4834890"/>
              <a:gd name="connsiteX4" fmla="*/ 3579452 w 3721347"/>
              <a:gd name="connsiteY4" fmla="*/ 4834890 h 4834890"/>
              <a:gd name="connsiteX5" fmla="*/ 141895 w 3721347"/>
              <a:gd name="connsiteY5" fmla="*/ 4834890 h 4834890"/>
              <a:gd name="connsiteX6" fmla="*/ 0 w 3721347"/>
              <a:gd name="connsiteY6" fmla="*/ 4692995 h 4834890"/>
              <a:gd name="connsiteX7" fmla="*/ 0 w 3721347"/>
              <a:gd name="connsiteY7" fmla="*/ 141895 h 4834890"/>
              <a:gd name="connsiteX8" fmla="*/ 141895 w 3721347"/>
              <a:gd name="connsiteY8" fmla="*/ 0 h 4834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347" h="4834890">
                <a:moveTo>
                  <a:pt x="141895" y="0"/>
                </a:moveTo>
                <a:lnTo>
                  <a:pt x="3579452" y="0"/>
                </a:lnTo>
                <a:cubicBezTo>
                  <a:pt x="3657818" y="0"/>
                  <a:pt x="3721347" y="63529"/>
                  <a:pt x="3721347" y="141895"/>
                </a:cubicBezTo>
                <a:lnTo>
                  <a:pt x="3721347" y="4692995"/>
                </a:lnTo>
                <a:cubicBezTo>
                  <a:pt x="3721347" y="4771361"/>
                  <a:pt x="3657818" y="4834890"/>
                  <a:pt x="3579452" y="4834890"/>
                </a:cubicBezTo>
                <a:lnTo>
                  <a:pt x="141895" y="4834890"/>
                </a:lnTo>
                <a:cubicBezTo>
                  <a:pt x="63529" y="4834890"/>
                  <a:pt x="0" y="4771361"/>
                  <a:pt x="0" y="4692995"/>
                </a:cubicBezTo>
                <a:lnTo>
                  <a:pt x="0" y="141895"/>
                </a:lnTo>
                <a:cubicBezTo>
                  <a:pt x="0" y="63529"/>
                  <a:pt x="63529" y="0"/>
                  <a:pt x="141895" y="0"/>
                </a:cubicBezTo>
                <a:close/>
              </a:path>
            </a:pathLst>
          </a:cu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D0406C3-09F6-58F6-BD02-00E32D090024}"/>
              </a:ext>
            </a:extLst>
          </p:cNvPr>
          <p:cNvSpPr txBox="1"/>
          <p:nvPr/>
        </p:nvSpPr>
        <p:spPr>
          <a:xfrm>
            <a:off x="6381049" y="1104979"/>
            <a:ext cx="4348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Use the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up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and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down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keys to select 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Press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Enter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to confirm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B37C91-03C4-2957-12F9-2F7E89E41B7A}"/>
              </a:ext>
            </a:extLst>
          </p:cNvPr>
          <p:cNvSpPr txBox="1"/>
          <p:nvPr/>
        </p:nvSpPr>
        <p:spPr>
          <a:xfrm>
            <a:off x="6800818" y="5363193"/>
            <a:ext cx="948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Cascadia Code" panose="020B0609020000020004" pitchFamily="49" charset="0"/>
              </a:rPr>
              <a:t>F1:Help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A44683E-1C3F-B711-71D9-71DCA958E15A}"/>
              </a:ext>
            </a:extLst>
          </p:cNvPr>
          <p:cNvSpPr txBox="1"/>
          <p:nvPr/>
        </p:nvSpPr>
        <p:spPr>
          <a:xfrm>
            <a:off x="6795236" y="5588525"/>
            <a:ext cx="14785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Cascadia Code" panose="020B0609020000020004" pitchFamily="49" charset="0"/>
              </a:rPr>
              <a:t>F4:Localboot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88CC978-E024-38FB-DF3A-906CB2C6F8C9}"/>
              </a:ext>
            </a:extLst>
          </p:cNvPr>
          <p:cNvSpPr txBox="1"/>
          <p:nvPr/>
        </p:nvSpPr>
        <p:spPr>
          <a:xfrm>
            <a:off x="8021196" y="5588525"/>
            <a:ext cx="948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Cascadia Code" panose="020B0609020000020004" pitchFamily="49" charset="0"/>
              </a:rPr>
              <a:t>F5:Tools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327B0BC-5D3A-CAA0-A440-DDD341E86C80}"/>
              </a:ext>
            </a:extLst>
          </p:cNvPr>
          <p:cNvSpPr txBox="1"/>
          <p:nvPr/>
        </p:nvSpPr>
        <p:spPr>
          <a:xfrm>
            <a:off x="9110302" y="5363193"/>
            <a:ext cx="1374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Cascadia Code" panose="020B0609020000020004" pitchFamily="49" charset="0"/>
              </a:rPr>
              <a:t>F3:Treeview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5F6A23-1E14-747B-B941-5E96A99057BF}"/>
              </a:ext>
            </a:extLst>
          </p:cNvPr>
          <p:cNvSpPr txBox="1"/>
          <p:nvPr/>
        </p:nvSpPr>
        <p:spPr>
          <a:xfrm>
            <a:off x="9108733" y="5588525"/>
            <a:ext cx="1324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Cascadia Code" panose="020B0609020000020004" pitchFamily="49" charset="0"/>
              </a:rPr>
              <a:t>F6:ExMenu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6A313F5-C1C7-48F1-4963-DA6D53A84549}"/>
              </a:ext>
            </a:extLst>
          </p:cNvPr>
          <p:cNvSpPr txBox="1"/>
          <p:nvPr/>
        </p:nvSpPr>
        <p:spPr>
          <a:xfrm>
            <a:off x="8028691" y="5363193"/>
            <a:ext cx="11957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Cascadia Code" panose="020B0609020000020004" pitchFamily="49" charset="0"/>
              </a:rPr>
              <a:t>F2:Browse</a:t>
            </a:r>
          </a:p>
        </p:txBody>
      </p:sp>
    </p:spTree>
    <p:extLst>
      <p:ext uri="{BB962C8B-B14F-4D97-AF65-F5344CB8AC3E}">
        <p14:creationId xmlns:p14="http://schemas.microsoft.com/office/powerpoint/2010/main" val="1428447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EB3C7-BC59-085B-9DA8-16AA052F8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2D8E8888-99B0-9F07-94F1-13A1E9D3B3D7}"/>
              </a:ext>
            </a:extLst>
          </p:cNvPr>
          <p:cNvGrpSpPr/>
          <p:nvPr/>
        </p:nvGrpSpPr>
        <p:grpSpPr>
          <a:xfrm>
            <a:off x="414064" y="16186"/>
            <a:ext cx="12163225" cy="6841814"/>
            <a:chOff x="495950" y="16186"/>
            <a:chExt cx="12163225" cy="6841814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ED3F440-9F9E-E896-45CC-04E102015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5950" y="16186"/>
              <a:ext cx="12163225" cy="6841814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62BFF635-3DFC-DD50-F2DC-F818C62D4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033"/>
            <a:stretch>
              <a:fillRect/>
            </a:stretch>
          </p:blipFill>
          <p:spPr>
            <a:xfrm>
              <a:off x="6694854" y="1028423"/>
              <a:ext cx="3721347" cy="4834890"/>
            </a:xfrm>
            <a:custGeom>
              <a:avLst/>
              <a:gdLst>
                <a:gd name="connsiteX0" fmla="*/ 141895 w 3721347"/>
                <a:gd name="connsiteY0" fmla="*/ 0 h 4834890"/>
                <a:gd name="connsiteX1" fmla="*/ 3579452 w 3721347"/>
                <a:gd name="connsiteY1" fmla="*/ 0 h 4834890"/>
                <a:gd name="connsiteX2" fmla="*/ 3721347 w 3721347"/>
                <a:gd name="connsiteY2" fmla="*/ 141895 h 4834890"/>
                <a:gd name="connsiteX3" fmla="*/ 3721347 w 3721347"/>
                <a:gd name="connsiteY3" fmla="*/ 4692995 h 4834890"/>
                <a:gd name="connsiteX4" fmla="*/ 3579452 w 3721347"/>
                <a:gd name="connsiteY4" fmla="*/ 4834890 h 4834890"/>
                <a:gd name="connsiteX5" fmla="*/ 141895 w 3721347"/>
                <a:gd name="connsiteY5" fmla="*/ 4834890 h 4834890"/>
                <a:gd name="connsiteX6" fmla="*/ 0 w 3721347"/>
                <a:gd name="connsiteY6" fmla="*/ 4692995 h 4834890"/>
                <a:gd name="connsiteX7" fmla="*/ 0 w 3721347"/>
                <a:gd name="connsiteY7" fmla="*/ 141895 h 4834890"/>
                <a:gd name="connsiteX8" fmla="*/ 141895 w 3721347"/>
                <a:gd name="connsiteY8" fmla="*/ 0 h 483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21347" h="4834890">
                  <a:moveTo>
                    <a:pt x="141895" y="0"/>
                  </a:moveTo>
                  <a:lnTo>
                    <a:pt x="3579452" y="0"/>
                  </a:lnTo>
                  <a:cubicBezTo>
                    <a:pt x="3657818" y="0"/>
                    <a:pt x="3721347" y="63529"/>
                    <a:pt x="3721347" y="141895"/>
                  </a:cubicBezTo>
                  <a:lnTo>
                    <a:pt x="3721347" y="4692995"/>
                  </a:lnTo>
                  <a:cubicBezTo>
                    <a:pt x="3721347" y="4771361"/>
                    <a:pt x="3657818" y="4834890"/>
                    <a:pt x="3579452" y="4834890"/>
                  </a:cubicBezTo>
                  <a:lnTo>
                    <a:pt x="141895" y="4834890"/>
                  </a:lnTo>
                  <a:cubicBezTo>
                    <a:pt x="63529" y="4834890"/>
                    <a:pt x="0" y="4771361"/>
                    <a:pt x="0" y="4692995"/>
                  </a:cubicBezTo>
                  <a:lnTo>
                    <a:pt x="0" y="141895"/>
                  </a:lnTo>
                  <a:cubicBezTo>
                    <a:pt x="0" y="63529"/>
                    <a:pt x="63529" y="0"/>
                    <a:pt x="141895" y="0"/>
                  </a:cubicBezTo>
                  <a:close/>
                </a:path>
              </a:pathLst>
            </a:custGeom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9422DC0-BD83-9142-53A4-AF9650D50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63" t="75643" r="21175" b="18258"/>
          <a:stretch>
            <a:fillRect/>
          </a:stretch>
        </p:blipFill>
        <p:spPr>
          <a:xfrm>
            <a:off x="6495676" y="5366825"/>
            <a:ext cx="3757368" cy="49648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650E108-152D-7D59-26AC-61F7AE35827E}"/>
              </a:ext>
            </a:extLst>
          </p:cNvPr>
          <p:cNvSpPr txBox="1"/>
          <p:nvPr/>
        </p:nvSpPr>
        <p:spPr>
          <a:xfrm>
            <a:off x="6348401" y="1123096"/>
            <a:ext cx="4348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Use the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up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and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down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keys to select 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Press </a:t>
            </a:r>
            <a:r>
              <a:rPr lang="en-US" altLang="zh-CN" b="1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Enter</a:t>
            </a:r>
            <a:r>
              <a:rPr lang="en-US" altLang="zh-CN" sz="1600" dirty="0">
                <a:solidFill>
                  <a:schemeClr val="bg1"/>
                </a:solidFill>
                <a:latin typeface="Comic Sans MS" panose="030F0702030302020204" pitchFamily="66" charset="0"/>
                <a:ea typeface="MS PGothic" panose="020B0600070205080204" pitchFamily="34" charset="-128"/>
                <a:cs typeface="MV Boli" panose="02000500030200090000" pitchFamily="2" charset="0"/>
              </a:rPr>
              <a:t> to confirm</a:t>
            </a:r>
          </a:p>
        </p:txBody>
      </p:sp>
    </p:spTree>
    <p:extLst>
      <p:ext uri="{BB962C8B-B14F-4D97-AF65-F5344CB8AC3E}">
        <p14:creationId xmlns:p14="http://schemas.microsoft.com/office/powerpoint/2010/main" val="3390661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42</Words>
  <Application>Microsoft Office PowerPoint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Comic Sans MS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Shq Wang</dc:creator>
  <cp:lastModifiedBy>Shq Wang</cp:lastModifiedBy>
  <cp:revision>24</cp:revision>
  <dcterms:created xsi:type="dcterms:W3CDTF">2025-07-04T21:11:19Z</dcterms:created>
  <dcterms:modified xsi:type="dcterms:W3CDTF">2026-08-31T07:27:35Z</dcterms:modified>
</cp:coreProperties>
</file>